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307" r:id="rId12"/>
    <p:sldId id="308" r:id="rId13"/>
    <p:sldId id="286" r:id="rId14"/>
    <p:sldId id="287" r:id="rId15"/>
    <p:sldId id="289" r:id="rId16"/>
    <p:sldId id="293" r:id="rId17"/>
    <p:sldId id="295" r:id="rId18"/>
    <p:sldId id="297" r:id="rId19"/>
    <p:sldId id="310" r:id="rId20"/>
    <p:sldId id="311" r:id="rId21"/>
    <p:sldId id="312" r:id="rId22"/>
    <p:sldId id="306" r:id="rId23"/>
    <p:sldId id="272" r:id="rId24"/>
  </p:sldIdLst>
  <p:sldSz cx="9144000" cy="6858000" type="screen4x3"/>
  <p:notesSz cx="6858000" cy="9144000"/>
  <p:custDataLst>
    <p:tags r:id="rId27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F3300"/>
    <a:srgbClr val="996633"/>
    <a:srgbClr val="FFFF00"/>
    <a:srgbClr val="CC3300"/>
    <a:srgbClr val="99CC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0"/>
    <p:restoredTop sz="94660"/>
  </p:normalViewPr>
  <p:slideViewPr>
    <p:cSldViewPr showGuide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693551-2736-4530-ABA7-7644E748DD8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47F41-11BD-47FE-A380-C25E0057997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07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86500"/>
            <a:ext cx="9144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6938"/>
            <a:ext cx="9144000" cy="8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DB98C0-4620-47A8-8B57-AE0CCA741EBB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4F240-C5D2-4929-BFE1-FF27D06BEB71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 dirty="0">
                <a:solidFill>
                  <a:srgbClr val="FFFFFF"/>
                </a:solidFill>
                <a:cs typeface="Arial" panose="020B0604020202020204" pitchFamily="34" charset="0"/>
              </a:rPr>
              <a:t>1</a:t>
            </a:fld>
            <a:endParaRPr lang="en-US" altLang="en-US" sz="900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5124" name="AutoShape 13" descr="Kết quả hình ảnh cho ước lượng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125" name="AutoShape 15" descr="Kết quả hình ảnh cho ước lượng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126" name="AutoShape 17" descr="Kết quả hình ảnh cho ước lượng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127" name="AutoShape 19" descr="Kết quả hình ảnh cho ước lượng"/>
          <p:cNvSpPr>
            <a:spLocks noChangeAspect="1"/>
          </p:cNvSpPr>
          <p:nvPr/>
        </p:nvSpPr>
        <p:spPr>
          <a:xfrm>
            <a:off x="4572000" y="2584133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</p:txBody>
      </p:sp>
      <p:pic>
        <p:nvPicPr>
          <p:cNvPr id="5128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9800"/>
            <a:ext cx="9144000" cy="838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04800" y="228600"/>
            <a:ext cx="8534400" cy="31085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vi-VN" altLang="en-US" sz="2800" b="1" dirty="0">
                <a:effectLst/>
                <a:cs typeface="Arial" panose="020B0604020202020204" pitchFamily="34" charset="0"/>
                <a:sym typeface="+mn-ea"/>
              </a:rPr>
              <a:t> BÁO CÁO </a:t>
            </a:r>
            <a:r>
              <a:rPr lang="en-US" altLang="en-US" sz="2800" b="1" dirty="0">
                <a:effectLst/>
                <a:cs typeface="Arial" panose="020B0604020202020204" pitchFamily="34" charset="0"/>
                <a:sym typeface="+mn-ea"/>
              </a:rPr>
              <a:t>CHUYÊN NGÀNH</a:t>
            </a:r>
            <a:endParaRPr lang="en-US" altLang="en-US" sz="2800" b="1" dirty="0">
              <a:cs typeface="Arial" panose="020B0604020202020204" pitchFamily="34" charset="0"/>
              <a:sym typeface="+mn-ea"/>
            </a:endParaRPr>
          </a:p>
          <a:p>
            <a:pPr algn="ctr"/>
            <a:endParaRPr lang="en-US" altLang="en-US" sz="2800" b="1" dirty="0"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cs typeface="Arial" panose="020B0604020202020204" pitchFamily="34" charset="0"/>
              <a:sym typeface="+mn-ea"/>
            </a:endParaRPr>
          </a:p>
          <a:p>
            <a:pPr algn="ctr"/>
            <a:endParaRPr lang="vi-VN" altLang="en-US" sz="2800" b="1" dirty="0"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cs typeface="Arial" panose="020B0604020202020204" pitchFamily="34" charset="0"/>
              <a:sym typeface="+mn-ea"/>
            </a:endParaRPr>
          </a:p>
          <a:p>
            <a:pPr algn="ctr"/>
            <a:r>
              <a:rPr lang="vi-V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cs typeface="Arial" panose="020B0604020202020204" pitchFamily="34" charset="0"/>
                <a:sym typeface="+mn-ea"/>
              </a:rPr>
              <a:t>Đề tài</a:t>
            </a:r>
            <a:r>
              <a:rPr lang="vi-V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cs typeface="Arial" panose="020B0604020202020204" pitchFamily="34" charset="0"/>
                <a:sym typeface="+mn-ea"/>
              </a:rPr>
              <a:t>: </a:t>
            </a:r>
          </a:p>
          <a:p>
            <a:pPr algn="ctr"/>
            <a:r>
              <a:rPr lang="en-US" sz="2800" dirty="0"/>
              <a:t>XÂY DỰNG HỆ THỐNG GAME NHẬP VAI HÀNH ĐỘNG THỜI GIAN THỰC GÓC NHÌN TOP-DOWN SỬ DỤNG ĐỒ HỌA PIXEL ART </a:t>
            </a:r>
            <a:endParaRPr lang="en-US" altLang="vi-VN" sz="2800" dirty="0"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76800" y="3813562"/>
            <a:ext cx="402399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en-US" sz="1800" b="1" dirty="0">
                <a:cs typeface="Arial" panose="020B0604020202020204" pitchFamily="34" charset="0"/>
                <a:sym typeface="+mn-ea"/>
              </a:rPr>
              <a:t>Sinh viên thực hiện:</a:t>
            </a:r>
          </a:p>
          <a:p>
            <a:pPr algn="l"/>
            <a:r>
              <a:rPr lang="en-US" altLang="en-US" sz="1800" dirty="0">
                <a:cs typeface="Arial" panose="020B0604020202020204" pitchFamily="34" charset="0"/>
                <a:sym typeface="+mn-ea"/>
              </a:rPr>
              <a:t>Ngô Huỳnh Quốc Khang 110122092</a:t>
            </a:r>
          </a:p>
          <a:p>
            <a:pPr algn="l"/>
            <a:r>
              <a:rPr lang="en-US" altLang="en-US" dirty="0">
                <a:cs typeface="Arial" panose="020B0604020202020204" pitchFamily="34" charset="0"/>
                <a:sym typeface="+mn-ea"/>
              </a:rPr>
              <a:t>DA22TTD</a:t>
            </a:r>
            <a:r>
              <a:rPr lang="en-US" altLang="en-US" sz="1800" dirty="0">
                <a:cs typeface="Arial" panose="020B0604020202020204" pitchFamily="34" charset="0"/>
                <a:sym typeface="+mn-ea"/>
              </a:rPr>
              <a:t>	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38200" y="3810000"/>
            <a:ext cx="3235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b="1" dirty="0">
                <a:cs typeface="Arial" panose="020B0604020202020204" pitchFamily="34" charset="0"/>
                <a:sym typeface="+mn-ea"/>
              </a:rPr>
              <a:t>Giảng viên hướng dẫn:</a:t>
            </a:r>
            <a:r>
              <a:rPr lang="vi-VN" altLang="en-US" dirty="0">
                <a:cs typeface="Arial" panose="020B0604020202020204" pitchFamily="34" charset="0"/>
                <a:sym typeface="+mn-ea"/>
              </a:rPr>
              <a:t> </a:t>
            </a:r>
          </a:p>
          <a:p>
            <a:r>
              <a:rPr lang="vi-VN" altLang="en-US" dirty="0">
                <a:cs typeface="Arial" panose="020B0604020202020204" pitchFamily="34" charset="0"/>
                <a:sym typeface="+mn-ea"/>
              </a:rPr>
              <a:t>TS. Đoàn Phước Miền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7467600" cy="715963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Nội Dung Báo Cáo</a:t>
            </a:r>
          </a:p>
        </p:txBody>
      </p:sp>
      <p:sp>
        <p:nvSpPr>
          <p:cNvPr id="6147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6400800"/>
            <a:ext cx="2686050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l" eaLnBrk="1" hangingPunct="1"/>
            <a:fld id="{9A0DB2DC-4C9A-4742-B13C-FB6460FD3503}" type="slidenum">
              <a:rPr lang="en-US" altLang="en-US" sz="900" dirty="0">
                <a:cs typeface="Arial" panose="020B0604020202020204" pitchFamily="34" charset="0"/>
              </a:rPr>
              <a:t>2</a:t>
            </a:fld>
            <a:endParaRPr lang="en-US" altLang="en-US" sz="900" dirty="0"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28600" y="1066800"/>
            <a:ext cx="8521700" cy="50057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en-US" sz="2800" b="1" dirty="0">
                <a:cs typeface="Arial" panose="020B0604020202020204" pitchFamily="34" charset="0"/>
              </a:rPr>
              <a:t>Lý do </a:t>
            </a:r>
            <a:r>
              <a:rPr lang="en-US" altLang="en-US" sz="2800" b="1" dirty="0" err="1">
                <a:cs typeface="Arial" panose="020B0604020202020204" pitchFamily="34" charset="0"/>
              </a:rPr>
              <a:t>chọn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đề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tài</a:t>
            </a:r>
            <a:endParaRPr lang="en-US" altLang="en-US" sz="2800" b="1" dirty="0"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en-US" sz="2800" b="1" dirty="0" err="1">
                <a:cs typeface="Arial" panose="020B0604020202020204" pitchFamily="34" charset="0"/>
              </a:rPr>
              <a:t>Mục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tiêu</a:t>
            </a:r>
            <a:endParaRPr lang="en-US" altLang="en-US" sz="2800" b="1" dirty="0"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en-US" sz="2800" b="1" dirty="0" err="1">
                <a:cs typeface="Arial" panose="020B0604020202020204" pitchFamily="34" charset="0"/>
              </a:rPr>
              <a:t>Đối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tượng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và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phạm</a:t>
            </a:r>
            <a:r>
              <a:rPr lang="en-US" altLang="en-US" sz="2800" b="1" dirty="0">
                <a:cs typeface="Arial" panose="020B0604020202020204" pitchFamily="34" charset="0"/>
              </a:rPr>
              <a:t> vi </a:t>
            </a:r>
            <a:r>
              <a:rPr lang="en-US" altLang="en-US" sz="2800" b="1" dirty="0" err="1">
                <a:cs typeface="Arial" panose="020B0604020202020204" pitchFamily="34" charset="0"/>
              </a:rPr>
              <a:t>nghiên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cứu</a:t>
            </a:r>
            <a:endParaRPr lang="en-US" altLang="en-US" sz="2800" b="1" dirty="0"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en-US" sz="2800" b="1" dirty="0">
                <a:cs typeface="Arial" panose="020B0604020202020204" pitchFamily="34" charset="0"/>
              </a:rPr>
              <a:t>Công </a:t>
            </a:r>
            <a:r>
              <a:rPr lang="en-US" altLang="en-US" sz="2800" b="1" dirty="0" err="1">
                <a:cs typeface="Arial" panose="020B0604020202020204" pitchFamily="34" charset="0"/>
              </a:rPr>
              <a:t>nghệ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sử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dụng</a:t>
            </a:r>
            <a:endParaRPr lang="en-US" altLang="en-US" sz="2800" b="1" dirty="0"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en-US" sz="2800" b="1" dirty="0" err="1">
                <a:cs typeface="Arial" panose="020B0604020202020204" pitchFamily="34" charset="0"/>
              </a:rPr>
              <a:t>Sơ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đồ</a:t>
            </a:r>
            <a:r>
              <a:rPr lang="en-US" altLang="en-US" sz="2800" b="1" dirty="0">
                <a:cs typeface="Arial" panose="020B0604020202020204" pitchFamily="34" charset="0"/>
              </a:rPr>
              <a:t> use case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en-US" sz="2800" b="1" dirty="0" err="1">
                <a:cs typeface="Arial" panose="020B0604020202020204" pitchFamily="34" charset="0"/>
              </a:rPr>
              <a:t>Kết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</a:rPr>
              <a:t>quả</a:t>
            </a:r>
            <a:endParaRPr lang="en-US" altLang="en-US" sz="2800" b="1" dirty="0"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en-US" sz="2800" b="1" dirty="0" err="1">
                <a:cs typeface="Arial" panose="020B0604020202020204" pitchFamily="34" charset="0"/>
                <a:sym typeface="+mn-ea"/>
              </a:rPr>
              <a:t>Hướng</a:t>
            </a:r>
            <a:r>
              <a:rPr lang="en-US" altLang="en-US" sz="2800" b="1" dirty="0"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  <a:sym typeface="+mn-ea"/>
              </a:rPr>
              <a:t>phát</a:t>
            </a:r>
            <a:r>
              <a:rPr lang="en-US" altLang="en-US" sz="2800" b="1" dirty="0"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800" b="1" dirty="0" err="1">
                <a:cs typeface="Arial" panose="020B0604020202020204" pitchFamily="34" charset="0"/>
                <a:sym typeface="+mn-ea"/>
              </a:rPr>
              <a:t>triển</a:t>
            </a:r>
            <a:endParaRPr lang="en-US" altLang="en-US" sz="2800" b="1" dirty="0">
              <a:latin typeface="Calibri" panose="020F0502020204030204" charset="0"/>
              <a:cs typeface="Calibri" panose="020F0502020204030204" charset="0"/>
            </a:endParaRPr>
          </a:p>
          <a:p>
            <a:pPr marL="514350" indent="-514350" algn="l">
              <a:buAutoNum type="arabicPeriod"/>
            </a:pPr>
            <a:endParaRPr lang="en-US" altLang="en-US" sz="2500" b="1" dirty="0">
              <a:latin typeface="Calibri" panose="020F0502020204030204" charset="0"/>
              <a:cs typeface="Calibri" panose="020F0502020204030204" charset="0"/>
            </a:endParaRPr>
          </a:p>
          <a:p>
            <a:pPr marL="514350" indent="-514350" algn="l">
              <a:buAutoNum type="arabicPeriod"/>
            </a:pPr>
            <a:endParaRPr lang="en-US" altLang="en-US" sz="2500" b="1" dirty="0">
              <a:latin typeface="Calibri" panose="020F0502020204030204" charset="0"/>
              <a:cs typeface="Calibri" panose="020F0502020204030204" charset="0"/>
            </a:endParaRPr>
          </a:p>
          <a:p>
            <a:pPr marL="514350" indent="-514350" algn="l">
              <a:buAutoNum type="arabicPeriod"/>
            </a:pPr>
            <a:endParaRPr lang="en-US" altLang="en-US" sz="2500" b="1" dirty="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514350" indent="-514350" algn="l">
              <a:buAutoNum type="arabicPeriod"/>
            </a:pPr>
            <a:endParaRPr lang="en-US" altLang="en-US" sz="2500" b="1" dirty="0">
              <a:latin typeface="Calibri" panose="020F0502020204030204" charset="0"/>
              <a:cs typeface="Calibri" panose="020F0502020204030204" charset="0"/>
            </a:endParaRPr>
          </a:p>
          <a:p>
            <a:pPr marL="514350" indent="-514350" algn="l">
              <a:buAutoNum type="arabicPeriod"/>
            </a:pPr>
            <a:endParaRPr lang="en-US" altLang="en-US" sz="2500" b="1" dirty="0">
              <a:latin typeface="Calibri" panose="020F0502020204030204" charset="0"/>
              <a:cs typeface="Calibri" panose="020F0502020204030204" charset="0"/>
            </a:endParaRPr>
          </a:p>
          <a:p>
            <a:pPr marL="514350" indent="-514350" algn="l">
              <a:buAutoNum type="arabicPeriod"/>
            </a:pPr>
            <a:endParaRPr lang="en-US" altLang="en-US" sz="2500" b="1" dirty="0">
              <a:latin typeface="Calibri" panose="020F0502020204030204" charset="0"/>
              <a:cs typeface="Calibri" panose="020F0502020204030204" charset="0"/>
            </a:endParaRPr>
          </a:p>
          <a:p>
            <a:pPr marL="514350" indent="-514350" algn="l">
              <a:buAutoNum type="arabicPeriod"/>
            </a:pPr>
            <a:endParaRPr lang="en-US" altLang="en-US" sz="2500" b="1" dirty="0">
              <a:latin typeface="Calibri" panose="020F0502020204030204" charset="0"/>
              <a:cs typeface="Calibri" panose="020F0502020204030204" charset="0"/>
            </a:endParaRPr>
          </a:p>
          <a:p>
            <a:pPr marL="514350" indent="-514350" algn="l">
              <a:buAutoNum type="arabicPeriod"/>
            </a:pPr>
            <a:endParaRPr lang="en-US" altLang="en-US" sz="2500" b="1" dirty="0">
              <a:latin typeface="Calibri" panose="020F0502020204030204" charset="0"/>
              <a:cs typeface="Calibri" panose="020F0502020204030204" charset="0"/>
            </a:endParaRPr>
          </a:p>
          <a:p>
            <a:pPr algn="l"/>
            <a:endParaRPr lang="en-US" altLang="en-US" sz="2500" b="1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7467600" cy="715963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vi-V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altLang="en-US" sz="3600" b="1" dirty="0">
                <a:solidFill>
                  <a:srgbClr val="203864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Lý do chọn đề tài</a:t>
            </a:r>
            <a:endParaRPr kumimoji="0" lang="en-US" altLang="vi-VN" sz="36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6400800"/>
            <a:ext cx="2686050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 dirty="0">
                <a:cs typeface="Arial" panose="020B0604020202020204" pitchFamily="34" charset="0"/>
              </a:rPr>
              <a:t>3</a:t>
            </a:fld>
            <a:endParaRPr lang="en-US" altLang="en-US" sz="900" dirty="0"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1089025"/>
            <a:ext cx="28194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hangingPunct="1">
              <a:buNone/>
            </a:pPr>
            <a:r>
              <a:rPr lang="en-US" altLang="en-US" sz="2800" b="1" dirty="0">
                <a:solidFill>
                  <a:srgbClr val="203864"/>
                </a:solidFill>
                <a:cs typeface="Arial" panose="020B0604020202020204" pitchFamily="34" charset="0"/>
                <a:sym typeface="+mn-ea"/>
              </a:rPr>
              <a:t>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04800" y="1219200"/>
            <a:ext cx="8507730" cy="493649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Áp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kiến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Godot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xây</a:t>
            </a:r>
            <a:r>
              <a:rPr lang="en-US" sz="2800" dirty="0"/>
              <a:t> </a:t>
            </a:r>
            <a:r>
              <a:rPr lang="en-US" sz="2800" dirty="0" err="1"/>
              <a:t>dựng</a:t>
            </a:r>
            <a:r>
              <a:rPr lang="en-US" sz="2800" dirty="0"/>
              <a:t> game 2D.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loại</a:t>
            </a:r>
            <a:r>
              <a:rPr lang="en-US" sz="2800" dirty="0"/>
              <a:t> RPG 2D pixel </a:t>
            </a:r>
            <a:r>
              <a:rPr lang="en-US" sz="2800" dirty="0" err="1"/>
              <a:t>dễ</a:t>
            </a:r>
            <a:r>
              <a:rPr lang="en-US" sz="2800" dirty="0"/>
              <a:t> </a:t>
            </a:r>
            <a:r>
              <a:rPr lang="en-US" sz="2800" dirty="0" err="1"/>
              <a:t>triển</a:t>
            </a:r>
            <a:r>
              <a:rPr lang="en-US" sz="2800" dirty="0"/>
              <a:t> </a:t>
            </a:r>
            <a:r>
              <a:rPr lang="en-US" sz="2800" dirty="0" err="1"/>
              <a:t>khai</a:t>
            </a:r>
            <a:r>
              <a:rPr lang="en-US" sz="2800" dirty="0"/>
              <a:t>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Rèn </a:t>
            </a:r>
            <a:r>
              <a:rPr lang="en-US" sz="2800" dirty="0" err="1"/>
              <a:t>luyện</a:t>
            </a:r>
            <a:r>
              <a:rPr lang="en-US" sz="2800" dirty="0"/>
              <a:t> </a:t>
            </a:r>
            <a:r>
              <a:rPr lang="en-US" sz="2800" dirty="0" err="1"/>
              <a:t>kỹ</a:t>
            </a:r>
            <a:r>
              <a:rPr lang="en-US" sz="2800" dirty="0"/>
              <a:t> </a:t>
            </a:r>
            <a:r>
              <a:rPr lang="en-US" sz="2800" dirty="0" err="1"/>
              <a:t>năng</a:t>
            </a:r>
            <a:r>
              <a:rPr lang="en-US" sz="2800" dirty="0"/>
              <a:t> </a:t>
            </a:r>
            <a:r>
              <a:rPr lang="en-US" sz="2800" dirty="0" err="1"/>
              <a:t>lập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, </a:t>
            </a:r>
            <a:r>
              <a:rPr lang="en-US" sz="2800" dirty="0" err="1"/>
              <a:t>đồ</a:t>
            </a:r>
            <a:r>
              <a:rPr lang="en-US" sz="2800" dirty="0"/>
              <a:t> </a:t>
            </a:r>
            <a:r>
              <a:rPr lang="en-US" sz="2800" dirty="0" err="1"/>
              <a:t>họa</a:t>
            </a:r>
            <a:r>
              <a:rPr lang="en-US" sz="2800" dirty="0"/>
              <a:t>, </a:t>
            </a:r>
            <a:r>
              <a:rPr lang="en-US" sz="2800" dirty="0" err="1"/>
              <a:t>âm</a:t>
            </a:r>
            <a:r>
              <a:rPr lang="en-US" sz="2800" dirty="0"/>
              <a:t> </a:t>
            </a:r>
            <a:r>
              <a:rPr lang="en-US" sz="2800" dirty="0" err="1"/>
              <a:t>thanh</a:t>
            </a:r>
            <a:r>
              <a:rPr lang="en-US" sz="2800" dirty="0"/>
              <a:t>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Phạm vi </a:t>
            </a:r>
            <a:r>
              <a:rPr lang="en-US" sz="2800" dirty="0" err="1"/>
              <a:t>vừa</a:t>
            </a:r>
            <a:r>
              <a:rPr lang="en-US" sz="2800" dirty="0"/>
              <a:t> </a:t>
            </a:r>
            <a:r>
              <a:rPr lang="en-US" sz="2800" dirty="0" err="1"/>
              <a:t>phải</a:t>
            </a:r>
            <a:r>
              <a:rPr lang="en-US" sz="2800" dirty="0"/>
              <a:t>, </a:t>
            </a:r>
            <a:r>
              <a:rPr lang="en-US" sz="2800" dirty="0" err="1"/>
              <a:t>phù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cá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 </a:t>
            </a:r>
            <a:r>
              <a:rPr lang="en-US" altLang="en-US" sz="36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altLang="en-US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7886700" cy="51816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800" dirty="0" err="1">
                <a:latin typeface="Arial (Body)"/>
              </a:rPr>
              <a:t>Nghiên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cứu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xây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dựng</a:t>
            </a:r>
            <a:r>
              <a:rPr lang="en-US" sz="2800" dirty="0">
                <a:latin typeface="Arial (Body)"/>
              </a:rPr>
              <a:t> </a:t>
            </a:r>
            <a:r>
              <a:rPr lang="vi-VN" sz="2800" dirty="0">
                <a:latin typeface="Arial (Body)"/>
              </a:rPr>
              <a:t>game </a:t>
            </a:r>
            <a:r>
              <a:rPr lang="en-US" sz="2800" dirty="0" err="1">
                <a:latin typeface="Arial (Body)"/>
              </a:rPr>
              <a:t>rpg</a:t>
            </a:r>
            <a:r>
              <a:rPr lang="vi-VN" sz="2800" dirty="0">
                <a:latin typeface="Arial (Body)"/>
              </a:rPr>
              <a:t> 2D</a:t>
            </a:r>
            <a:r>
              <a:rPr lang="en-US" sz="2800" dirty="0">
                <a:latin typeface="Arial (Body)"/>
              </a:rPr>
              <a:t> top down</a:t>
            </a:r>
            <a:r>
              <a:rPr lang="vi-VN" sz="2800" dirty="0">
                <a:latin typeface="Arial (Body)"/>
              </a:rPr>
              <a:t>.</a:t>
            </a:r>
            <a:endParaRPr lang="en-US" sz="2800" dirty="0">
              <a:latin typeface="Arial (Body)"/>
            </a:endParaRPr>
          </a:p>
          <a:p>
            <a:pPr>
              <a:lnSpc>
                <a:spcPct val="200000"/>
              </a:lnSpc>
            </a:pPr>
            <a:r>
              <a:rPr lang="en-US" sz="2800" dirty="0">
                <a:latin typeface="Arial (Body)"/>
              </a:rPr>
              <a:t>Nguyên </a:t>
            </a:r>
            <a:r>
              <a:rPr lang="en-US" sz="2800" dirty="0" err="1">
                <a:latin typeface="Arial (Body)"/>
              </a:rPr>
              <a:t>cứu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cách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thiết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kế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đồ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họa</a:t>
            </a:r>
            <a:r>
              <a:rPr lang="en-US" sz="2800" dirty="0">
                <a:latin typeface="Arial (Body)"/>
              </a:rPr>
              <a:t> pixel</a:t>
            </a:r>
            <a:endParaRPr lang="vi-VN" sz="2800" dirty="0">
              <a:latin typeface="Arial (Body)"/>
            </a:endParaRPr>
          </a:p>
          <a:p>
            <a:pPr>
              <a:lnSpc>
                <a:spcPct val="200000"/>
              </a:lnSpc>
            </a:pPr>
            <a:r>
              <a:rPr lang="vi-VN" sz="2800" dirty="0">
                <a:latin typeface="Arial (Body)"/>
              </a:rPr>
              <a:t>Hoàn thiện các hệ thống </a:t>
            </a:r>
            <a:r>
              <a:rPr lang="en-US" sz="2800" dirty="0" err="1">
                <a:latin typeface="Arial (Body)"/>
              </a:rPr>
              <a:t>cơ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bản</a:t>
            </a:r>
            <a:r>
              <a:rPr lang="vi-VN" sz="2800" dirty="0">
                <a:latin typeface="Arial (Body)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9749B-A121-045C-014A-6C16C6A1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27F0-CB7D-4A30-C73A-8CEECC8BE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Đối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tượng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nghi</a:t>
            </a:r>
            <a:r>
              <a:rPr lang="en-US" altLang="vi-VN" sz="36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ên</a:t>
            </a:r>
            <a:r>
              <a:rPr lang="en-US" altLang="vi-VN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cứu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DE03-144C-53D9-63F0-522D64F79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7886700" cy="5181600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800" dirty="0"/>
              <a:t>Game nhập vai 2D góc nhìn top-down.</a:t>
            </a:r>
            <a:endParaRPr lang="en-US" sz="2800" dirty="0"/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800" dirty="0"/>
              <a:t>Godot Engine, GDScript và quy trình phát triển.</a:t>
            </a:r>
            <a:endParaRPr lang="en-US" sz="2800" dirty="0"/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800" dirty="0"/>
              <a:t>Thiết kế đồ họa pixel và âm thanh game.</a:t>
            </a:r>
          </a:p>
        </p:txBody>
      </p:sp>
    </p:spTree>
    <p:extLst>
      <p:ext uri="{BB962C8B-B14F-4D97-AF65-F5344CB8AC3E}">
        <p14:creationId xmlns:p14="http://schemas.microsoft.com/office/powerpoint/2010/main" val="171846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B5DB-D687-BF94-A340-D88ABF71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2E14-9347-B566-387E-7742A3179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Phạm vi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nghiên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cứu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816E5-EDE8-A7FA-2E61-74841DD53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7886700" cy="5181600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800" dirty="0" err="1">
                <a:latin typeface="Arial (Body)"/>
              </a:rPr>
              <a:t>Tập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trung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vào</a:t>
            </a:r>
            <a:r>
              <a:rPr lang="en-US" sz="2800" dirty="0">
                <a:latin typeface="Arial (Body)"/>
              </a:rPr>
              <a:t> g</a:t>
            </a:r>
            <a:r>
              <a:rPr lang="vi-VN" sz="2800" dirty="0">
                <a:latin typeface="Arial (Body)"/>
              </a:rPr>
              <a:t>ameplay và hệ thống cơ bản.</a:t>
            </a:r>
            <a:endParaRPr lang="en-US" sz="2800" dirty="0">
              <a:latin typeface="Arial (Body)"/>
            </a:endParaRPr>
          </a:p>
          <a:p>
            <a:pPr>
              <a:lnSpc>
                <a:spcPct val="250000"/>
              </a:lnSpc>
            </a:pPr>
            <a:r>
              <a:rPr lang="vi-VN" sz="2800" dirty="0">
                <a:latin typeface="Arial (Body)"/>
              </a:rPr>
              <a:t>Hai khu vực chính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là</a:t>
            </a:r>
            <a:r>
              <a:rPr lang="en-US" sz="2800" dirty="0">
                <a:latin typeface="Arial (Body)"/>
              </a:rPr>
              <a:t> </a:t>
            </a:r>
            <a:r>
              <a:rPr lang="vi-VN" sz="2800" dirty="0">
                <a:latin typeface="Arial (Body)"/>
              </a:rPr>
              <a:t>làng và </a:t>
            </a:r>
            <a:r>
              <a:rPr lang="en-US" sz="2800" dirty="0" err="1">
                <a:latin typeface="Arial (Body)"/>
              </a:rPr>
              <a:t>khu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chiến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đấu</a:t>
            </a:r>
            <a:r>
              <a:rPr lang="vi-VN" sz="2800" dirty="0">
                <a:latin typeface="Arial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768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8349-0E9B-9F7F-9E06-6D53FC4B3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7435-81F8-064D-E0E2-D76494D2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4. Công nghệ sử dụng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268F0A-A057-5087-6889-729C2029A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17090"/>
            <a:ext cx="2286000" cy="2286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D5033D-7C12-8947-A5A8-C3724C1E0F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116" y="2117090"/>
            <a:ext cx="228600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69BAFD-E451-83D2-B168-DF59C176D1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7" y="2117090"/>
            <a:ext cx="1608193" cy="228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81D0C8-31AB-EC66-747E-38715BE83A6C}"/>
              </a:ext>
            </a:extLst>
          </p:cNvPr>
          <p:cNvSpPr txBox="1"/>
          <p:nvPr/>
        </p:nvSpPr>
        <p:spPr>
          <a:xfrm>
            <a:off x="905138" y="4520625"/>
            <a:ext cx="13901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Godot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4E240-F311-CB28-E9FC-283C88FD1E05}"/>
              </a:ext>
            </a:extLst>
          </p:cNvPr>
          <p:cNvSpPr txBox="1"/>
          <p:nvPr/>
        </p:nvSpPr>
        <p:spPr>
          <a:xfrm>
            <a:off x="4176507" y="4520625"/>
            <a:ext cx="1119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Krita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CB2656-EBA4-8904-3824-9BAEC566C816}"/>
              </a:ext>
            </a:extLst>
          </p:cNvPr>
          <p:cNvSpPr txBox="1"/>
          <p:nvPr/>
        </p:nvSpPr>
        <p:spPr>
          <a:xfrm>
            <a:off x="6608390" y="4520624"/>
            <a:ext cx="2205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FL Studio</a:t>
            </a:r>
          </a:p>
        </p:txBody>
      </p:sp>
    </p:spTree>
    <p:extLst>
      <p:ext uri="{BB962C8B-B14F-4D97-AF65-F5344CB8AC3E}">
        <p14:creationId xmlns:p14="http://schemas.microsoft.com/office/powerpoint/2010/main" val="243171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28715-F5AC-984B-80E6-40D876A6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6292-8236-0D4D-41C1-3CDAF8B8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 Sơ đồ use case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776843C-0DE5-ED3E-D97E-6216A11F7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1066800"/>
            <a:ext cx="7372350" cy="51453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0160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8927-BE08-D3AA-10BC-95E2986B0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236E-94C8-9EBC-A36C-3913DD5C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 Sơ đồ use case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2CA037-3597-6588-FC89-530C35A99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31" y="1562100"/>
            <a:ext cx="7971938" cy="3733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7113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F6B42-8D26-E00D-FAA0-2CD2A31D1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F84A-DD52-2210-4282-2E70FCE0D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 Sơ đồ use case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57313-2716-D731-09DC-E44D184FC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01" y="1219200"/>
            <a:ext cx="7455198" cy="472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5284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9BF02-11F0-5D43-088A-0B618D0E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F130-3831-00E2-DF59-4DB3BF92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 Sơ đồ use case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8A34A-F52B-EA15-F7A2-DB8508FA6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37" y="1219200"/>
            <a:ext cx="7044725" cy="48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920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58205-C1F8-53F8-6792-DAA5EEAD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69AC-C40E-EFC5-848B-7F042A81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 Sơ đồ use case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8F83F-96ED-4C54-369A-533BF9EA9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21" y="1294164"/>
            <a:ext cx="7722357" cy="42696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2217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0CCD-6FE5-4E07-8EC0-C8BBE1BD1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C066-A67B-5B50-0EC6-A2E99D72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F0F7F-9DCC-9C97-9D9F-9536A130D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719" y="1075557"/>
            <a:ext cx="4574562" cy="470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6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94FDA-1C34-31FB-9592-25720CB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52DCD-DEB7-E73A-5C72-9D370DB8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5A000-FC5D-E49E-910D-3F943A0F7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457" y="1221322"/>
            <a:ext cx="4363085" cy="4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23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0EDF-DAC3-2DC0-2DD8-19AB7CC2A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414F-7F20-9AF6-24BA-713FAB77C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844877-E555-8DAA-654E-D9826EA2C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0" y="1196340"/>
            <a:ext cx="4483100" cy="446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21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6CE0-55AF-5441-A6B1-932FADCCC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D744-21E0-F99D-CE78-1C406733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3EE7CB-9B17-D6F8-30A9-DA7E71A3D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29" y="1219200"/>
            <a:ext cx="4791541" cy="480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20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9196-6F1A-FE23-089E-1BD1D282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E931-AD88-34F4-3FA6-E89B0BB1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7C06F-BF94-542D-75EC-669184930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57400"/>
            <a:ext cx="2748659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674333-4DBA-9D0E-9C4C-A8E21B053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695" y="2057400"/>
            <a:ext cx="2748610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D1D8D-EFD1-C87C-081E-C647DF8A6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693" y="2057400"/>
            <a:ext cx="273780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5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4CD3-F1A4-739D-6064-6BB917A3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9D148-C5E4-BCF8-E76E-D24A9904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592BF-06BB-A649-23AC-6678F9F21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76" y="1447800"/>
            <a:ext cx="8250248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56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364FB-2885-8C60-5B02-87439A22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219A-4166-0E6B-FE00-B7152AF3E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ABA2C-5940-3955-BC2D-C40E511B2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8" y="1449324"/>
            <a:ext cx="8295323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61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FE53-881E-34AA-43A3-E6621F8F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E24E-A5E0-0FA7-07FA-10C257DF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AFE3A4-8D0F-88FE-921A-26E93E7C2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78" y="1449324"/>
            <a:ext cx="8220244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62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B26B-7694-30D9-8A72-A53ABDEF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9AC2-3444-5999-7CC3-E60F3F23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19F4A-3A2A-3F0D-CB29-0BD9C9BDC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54" y="1449324"/>
            <a:ext cx="8225692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12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5DB5-7BAA-965F-438B-786092D5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D443-31BA-86FF-D0CF-BD635487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80365"/>
          </a:xfrm>
        </p:spPr>
        <p:txBody>
          <a:bodyPr/>
          <a:lstStyle/>
          <a:p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7.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Hướng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phát</a:t>
            </a:r>
            <a:r>
              <a:rPr lang="en-US" altLang="vi-VN" sz="3600" b="1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3600" b="1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triển</a:t>
            </a:r>
            <a:endParaRPr lang="en-US" altLang="en-US" sz="3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5E91D-7CC8-DF93-E452-4B504842F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7886700" cy="5181600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vi-VN" sz="2800" dirty="0">
                <a:latin typeface="Arial (Body)"/>
              </a:rPr>
              <a:t>Mở rộng bản đồ, cốt truyện, nhiệm vụ</a:t>
            </a:r>
            <a:r>
              <a:rPr lang="en-US" sz="2800" dirty="0">
                <a:latin typeface="Arial (Body)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vi-VN" sz="2800" dirty="0">
                <a:latin typeface="Arial (Body)"/>
              </a:rPr>
              <a:t>Nâng cấp chiến đấu, AI, đồ họa và âm thanh.</a:t>
            </a:r>
          </a:p>
        </p:txBody>
      </p:sp>
    </p:spTree>
    <p:extLst>
      <p:ext uri="{BB962C8B-B14F-4D97-AF65-F5344CB8AC3E}">
        <p14:creationId xmlns:p14="http://schemas.microsoft.com/office/powerpoint/2010/main" val="4229632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6400800"/>
            <a:ext cx="2686050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 dirty="0"/>
              <a:t>23</a:t>
            </a:fld>
            <a:endParaRPr lang="en-US" altLang="en-US" sz="900" dirty="0"/>
          </a:p>
        </p:txBody>
      </p:sp>
      <p:sp>
        <p:nvSpPr>
          <p:cNvPr id="2" name="Text Box 1"/>
          <p:cNvSpPr txBox="1"/>
          <p:nvPr/>
        </p:nvSpPr>
        <p:spPr>
          <a:xfrm>
            <a:off x="990600" y="2743200"/>
            <a:ext cx="7144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600" dirty="0" err="1"/>
              <a:t>Cảm</a:t>
            </a:r>
            <a:r>
              <a:rPr lang="en-US" altLang="en-US" sz="3600" dirty="0"/>
              <a:t> </a:t>
            </a:r>
            <a:r>
              <a:rPr lang="en-US" altLang="en-US" sz="3600" dirty="0" err="1"/>
              <a:t>ơn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sự</a:t>
            </a:r>
            <a:r>
              <a:rPr lang="en-US" altLang="en-US" sz="3600" dirty="0"/>
              <a:t> </a:t>
            </a:r>
            <a:r>
              <a:rPr lang="en-US" altLang="en-US" sz="3600" dirty="0" err="1"/>
              <a:t>chú</a:t>
            </a:r>
            <a:r>
              <a:rPr lang="en-US" altLang="en-US" sz="3600" dirty="0"/>
              <a:t> ý </a:t>
            </a:r>
            <a:r>
              <a:rPr lang="en-US" altLang="en-US" sz="3600" dirty="0" err="1"/>
              <a:t>lắng</a:t>
            </a:r>
            <a:r>
              <a:rPr lang="en-US" altLang="en-US" sz="3600" dirty="0"/>
              <a:t> </a:t>
            </a:r>
            <a:r>
              <a:rPr lang="en-US" altLang="en-US" sz="3600" dirty="0" err="1"/>
              <a:t>nghe</a:t>
            </a:r>
            <a:r>
              <a:rPr lang="en-US" altLang="en-US" sz="3600" dirty="0"/>
              <a:t> </a:t>
            </a:r>
          </a:p>
          <a:p>
            <a:pPr algn="ctr"/>
            <a:r>
              <a:rPr lang="en-US" altLang="en-US" sz="3600" dirty="0" err="1"/>
              <a:t>của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Thầy</a:t>
            </a:r>
            <a:r>
              <a:rPr lang="en-US" altLang="en-US" sz="3600" dirty="0"/>
              <a:t> </a:t>
            </a:r>
            <a:r>
              <a:rPr lang="en-US" altLang="en-US" sz="3600" dirty="0" err="1"/>
              <a:t>và</a:t>
            </a:r>
            <a:r>
              <a:rPr lang="en-US" altLang="en-US" sz="3600" dirty="0"/>
              <a:t> </a:t>
            </a:r>
            <a:r>
              <a:rPr lang="en-US" altLang="en-US" sz="3600" dirty="0" err="1"/>
              <a:t>các</a:t>
            </a:r>
            <a:r>
              <a:rPr lang="en-US" altLang="en-US" sz="3600" dirty="0"/>
              <a:t> </a:t>
            </a:r>
            <a:r>
              <a:rPr lang="en-US" altLang="en-US" sz="3600" dirty="0" err="1"/>
              <a:t>bạn</a:t>
            </a:r>
            <a:r>
              <a:rPr lang="en-US" altLang="en-US" sz="3600" dirty="0"/>
              <a:t>!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030855" y="93662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ext Box 1"/>
          <p:cNvSpPr txBox="1"/>
          <p:nvPr/>
        </p:nvSpPr>
        <p:spPr>
          <a:xfrm>
            <a:off x="999807" y="1278031"/>
            <a:ext cx="7144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en-US" sz="3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549&quot;&gt;&lt;property id=&quot;20148&quot; value=&quot;5&quot;/&gt;&lt;property id=&quot;20300&quot; value=&quot;Slide 2 - &amp;quot;Kỹ thuật ước lượng và đánh giá&amp;#x0D;&amp;#x0A;Ước lượng khoa học&amp;quot;&quot;/&gt;&lt;property id=&quot;20307&quot; value=&quot;257&quot;/&gt;&lt;/object&gt;&lt;object type=&quot;3&quot; unique_id=&quot;10551&quot;&gt;&lt;property id=&quot;20148&quot; value=&quot;5&quot;/&gt;&lt;property id=&quot;20300&quot; value=&quot;Slide 3 - &amp;quot;Các kỹ thuật làm ước lượng&amp;quot;&quot;/&gt;&lt;property id=&quot;20307&quot; value=&quot;259&quot;/&gt;&lt;/object&gt;&lt;object type=&quot;3&quot; unique_id=&quot;10552&quot;&gt;&lt;property id=&quot;20148&quot; value=&quot;5&quot;/&gt;&lt;property id=&quot;20300&quot; value=&quot;Slide 4 - &amp;quot;Các kỹ thuật làm ước lượng&amp;quot;&quot;/&gt;&lt;property id=&quot;20307&quot; value=&quot;260&quot;/&gt;&lt;/object&gt;&lt;object type=&quot;3&quot; unique_id=&quot;10553&quot;&gt;&lt;property id=&quot;20148&quot; value=&quot;5&quot;/&gt;&lt;property id=&quot;20300&quot; value=&quot;Slide 5 - &amp;quot;Các kỹ thuật làm ước lượng&amp;quot;&quot;/&gt;&lt;property id=&quot;20307&quot; value=&quot;261&quot;/&gt;&lt;/object&gt;&lt;object type=&quot;3&quot; unique_id=&quot;10554&quot;&gt;&lt;property id=&quot;20148&quot; value=&quot;5&quot;/&gt;&lt;property id=&quot;20300&quot; value=&quot;Slide 6 - &amp;quot;Các kỹ thuật làm ước lượng&amp;quot;&quot;/&gt;&lt;property id=&quot;20307&quot; value=&quot;262&quot;/&gt;&lt;/object&gt;&lt;object type=&quot;3&quot; unique_id=&quot;10555&quot;&gt;&lt;property id=&quot;20148&quot; value=&quot;5&quot;/&gt;&lt;property id=&quot;20300&quot; value=&quot;Slide 7 - &amp;quot;Các kỹ thuật làm ước lượng&amp;quot;&quot;/&gt;&lt;property id=&quot;20307&quot; value=&quot;263&quot;/&gt;&lt;/object&gt;&lt;object type=&quot;3&quot; unique_id=&quot;10556&quot;&gt;&lt;property id=&quot;20148&quot; value=&quot;5&quot;/&gt;&lt;property id=&quot;20300&quot; value=&quot;Slide 8 - &amp;quot;Các kỹ thuật làm ước lượng&amp;quot;&quot;/&gt;&lt;property id=&quot;20307&quot; value=&quot;264&quot;/&gt;&lt;/object&gt;&lt;object type=&quot;3&quot; unique_id=&quot;10557&quot;&gt;&lt;property id=&quot;20148&quot; value=&quot;5&quot;/&gt;&lt;property id=&quot;20300&quot; value=&quot;Slide 9 - &amp;quot;Các kỹ thuật làm ước lượng&amp;quot;&quot;/&gt;&lt;property id=&quot;20307&quot; value=&quot;265&quot;/&gt;&lt;/object&gt;&lt;object type=&quot;3&quot; unique_id=&quot;10558&quot;&gt;&lt;property id=&quot;20148&quot; value=&quot;5&quot;/&gt;&lt;property id=&quot;20300&quot; value=&quot;Slide 10 - &amp;quot;Các kỹ thuật làm ước lượng&amp;quot;&quot;/&gt;&lt;property id=&quot;20307&quot; value=&quot;266&quot;/&gt;&lt;/object&gt;&lt;object type=&quot;3&quot; unique_id=&quot;10559&quot;&gt;&lt;property id=&quot;20148&quot; value=&quot;5&quot;/&gt;&lt;property id=&quot;20300&quot; value=&quot;Slide 11 - &amp;quot;Các kỹ thuật làm ước lượng&amp;quot;&quot;/&gt;&lt;property id=&quot;20307&quot; value=&quot;267&quot;/&gt;&lt;/object&gt;&lt;object type=&quot;3&quot; unique_id=&quot;10560&quot;&gt;&lt;property id=&quot;20148&quot; value=&quot;5&quot;/&gt;&lt;property id=&quot;20300&quot; value=&quot;Slide 12 - &amp;quot;Các bước khi làm ước lượng&amp;quot;&quot;/&gt;&lt;property id=&quot;20307&quot; value=&quot;268&quot;/&gt;&lt;/object&gt;&lt;object type=&quot;3&quot; unique_id=&quot;10561&quot;&gt;&lt;property id=&quot;20148&quot; value=&quot;5&quot;/&gt;&lt;property id=&quot;20300&quot; value=&quot;Slide 13 - &amp;quot;Các bước khi làm ước lượng&amp;quot;&quot;/&gt;&lt;property id=&quot;20307&quot; value=&quot;269&quot;/&gt;&lt;/object&gt;&lt;object type=&quot;3&quot; unique_id=&quot;10563&quot;&gt;&lt;property id=&quot;20148&quot; value=&quot;5&quot;/&gt;&lt;property id=&quot;20300&quot; value=&quot;Slide 14 - &amp;quot;Các bước khi làm ước lượng&amp;quot;&quot;/&gt;&lt;property id=&quot;20307&quot; value=&quot;271&quot;/&gt;&lt;/object&gt;&lt;object type=&quot;3&quot; unique_id=&quot;10565&quot;&gt;&lt;property id=&quot;20148&quot; value=&quot;5&quot;/&gt;&lt;property id=&quot;20300&quot; value=&quot;Slide 15 - &amp;quot;Một số hướng dẫn trợ giúp ước lượng thời gian cho dự án CNTT&amp;quot;&quot;/&gt;&lt;property id=&quot;20307&quot; value=&quot;273&quot;/&gt;&lt;/object&gt;&lt;object type=&quot;3&quot; unique_id=&quot;10566&quot;&gt;&lt;property id=&quot;20148&quot; value=&quot;5&quot;/&gt;&lt;property id=&quot;20300&quot; value=&quot;Slide 16 - &amp;quot;Một số hướng dẫn trợ giúp ước lượng thời gian cho dự án CNTT&amp;quot;&quot;/&gt;&lt;property id=&quot;20307&quot; value=&quot;274&quot;/&gt;&lt;/object&gt;&lt;object type=&quot;3&quot; unique_id=&quot;10567&quot;&gt;&lt;property id=&quot;20148&quot; value=&quot;5&quot;/&gt;&lt;property id=&quot;20300&quot; value=&quot;Slide 17 - &amp;quot;Một số hướng dẫn trợ giúp ước lượng thời gian cho dự án CNTT&amp;quot;&quot;/&gt;&lt;property id=&quot;20307&quot; value=&quot;275&quot;/&gt;&lt;/object&gt;&lt;object type=&quot;3&quot; unique_id=&quot;10568&quot;&gt;&lt;property id=&quot;20148&quot; value=&quot;5&quot;/&gt;&lt;property id=&quot;20300&quot; value=&quot;Slide 18 - &amp;quot;Một số hướng dẫn trợ giúp ước lượng thời gian cho dự án CNTT&amp;quot;&quot;/&gt;&lt;property id=&quot;20307&quot; value=&quot;276&quot;/&gt;&lt;/object&gt;&lt;object type=&quot;3&quot; unique_id=&quot;10591&quot;&gt;&lt;property id=&quot;20148&quot; value=&quot;5&quot;/&gt;&lt;property id=&quot;20300&quot; value=&quot;Slide 19 - &amp;quot;Ước lượng phi khoa học&amp;quot;&quot;/&gt;&lt;property id=&quot;20307&quot; value=&quot;27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348</Words>
  <Application>Microsoft Office PowerPoint</Application>
  <PresentationFormat>On-screen Show (4:3)</PresentationFormat>
  <Paragraphs>69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(Body)</vt:lpstr>
      <vt:lpstr>Calibri</vt:lpstr>
      <vt:lpstr>Calibri Light</vt:lpstr>
      <vt:lpstr>Office Theme</vt:lpstr>
      <vt:lpstr>PowerPoint Presentation</vt:lpstr>
      <vt:lpstr>Nội Dung Báo Cáo</vt:lpstr>
      <vt:lpstr>1. Lý do chọn đề tài</vt:lpstr>
      <vt:lpstr>2. Mục tiêu</vt:lpstr>
      <vt:lpstr>3. Đối tượng nghiên cứu</vt:lpstr>
      <vt:lpstr>3. Phạm vi nghiên cứu</vt:lpstr>
      <vt:lpstr>4. Công nghệ sử dụng</vt:lpstr>
      <vt:lpstr>5. Sơ đồ use case</vt:lpstr>
      <vt:lpstr>5. Sơ đồ use case</vt:lpstr>
      <vt:lpstr>5. Sơ đồ use case</vt:lpstr>
      <vt:lpstr>5. Sơ đồ use case</vt:lpstr>
      <vt:lpstr>5. Sơ đồ use case</vt:lpstr>
      <vt:lpstr>6. Kết quả</vt:lpstr>
      <vt:lpstr>6. Kết quả</vt:lpstr>
      <vt:lpstr>6. Kết quả</vt:lpstr>
      <vt:lpstr>6. Kết quả</vt:lpstr>
      <vt:lpstr>6. Kết quả</vt:lpstr>
      <vt:lpstr>6. Kết quả</vt:lpstr>
      <vt:lpstr>6. Kết quả</vt:lpstr>
      <vt:lpstr>6. Kết quả</vt:lpstr>
      <vt:lpstr>6. Kết quả</vt:lpstr>
      <vt:lpstr>7. Hướng phát triển</vt:lpstr>
      <vt:lpstr>PowerPoint Presentation</vt:lpstr>
    </vt:vector>
  </TitlesOfParts>
  <Company>Tel : 0918085180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quoc khang</cp:lastModifiedBy>
  <cp:revision>143</cp:revision>
  <dcterms:created xsi:type="dcterms:W3CDTF">2011-07-26T06:52:00Z</dcterms:created>
  <dcterms:modified xsi:type="dcterms:W3CDTF">2026-07-07T01:40:49Z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A1DDEB5024DF4C96851DF96B081D99A9_13</vt:lpwstr>
  </property>
  <property fmtid="{D5CDD505-2E9C-101B-9397-08002B2CF9AE}" pid="3" name="KSOProductBuildVer">
    <vt:lpwstr>1033-12.2.0.23155</vt:lpwstr>
  </property>
</Properties>
</file>